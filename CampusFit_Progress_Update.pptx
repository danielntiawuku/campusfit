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C47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0381F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00381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CAMPUSFIT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Update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 is complete — 19 screens across onboarding, tracking, exploration, and community. Backend integration starts now.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5349240"/>
            <a:ext cx="566928" cy="566928"/>
          </a:xfrm>
          <a:prstGeom prst="ellipse">
            <a:avLst/>
          </a:prstGeom>
          <a:solidFill>
            <a:srgbClr val="1ECC8B"/>
          </a:solidFill>
          <a:ln/>
        </p:spPr>
      </p:sp>
      <p:pic>
        <p:nvPicPr>
          <p:cNvPr id="9" name="Image 0" descr="icons/check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548530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53492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CC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complete  ·  Backend integration in progress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CampusFit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campus-only app that turns everyday movement into a game, backed by real GPS routes and a verified student community.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377440"/>
            <a:ext cx="685800" cy="68580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6" name="Image 0" descr="icons/q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5420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2918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Gamified Routes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74904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and running routes are broken into physical QR checkpoints — "FitTrips" and quests that reward exploring real campus landmarks.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201168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2377440"/>
            <a:ext cx="685800" cy="68580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11" name="Image 1" descr="icons/group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54203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918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Community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74904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.edu email or student ID verification keeps every club, leaderboard, and feed campus-only and trustworthy.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201168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2377440"/>
            <a:ext cx="685800" cy="68580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16" name="Image 2" descr="icons/troph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54203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918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Competition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74904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Clubs, streaks, ranks, and short-form FitClips videos turn individual workouts into shared, competitive moments.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Frontend: Complete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flow has been designed and built end to end, on a consistent design 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7568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BUILT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96596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207568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461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965960"/>
            <a:ext cx="2377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07568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585216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75320" y="1965960"/>
            <a:ext cx="3291840" cy="4206240"/>
          </a:xfrm>
          <a:prstGeom prst="roundRect">
            <a:avLst>
              <a:gd name="adj" fmla="val 2778"/>
            </a:avLst>
          </a:prstGeom>
          <a:solidFill>
            <a:srgbClr val="006C47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 locked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49640" y="2752344"/>
            <a:ext cx="82296" cy="82296"/>
          </a:xfrm>
          <a:prstGeom prst="ellipse">
            <a:avLst/>
          </a:prstGeom>
          <a:solidFill>
            <a:srgbClr val="1ECC8B"/>
          </a:solidFill>
          <a:ln/>
        </p:spPr>
      </p:sp>
      <p:sp>
        <p:nvSpPr>
          <p:cNvPr id="16" name="Text 14"/>
          <p:cNvSpPr/>
          <p:nvPr/>
        </p:nvSpPr>
        <p:spPr>
          <a:xfrm>
            <a:off x="8750808" y="26243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typeface throughout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49640" y="3118104"/>
            <a:ext cx="82296" cy="82296"/>
          </a:xfrm>
          <a:prstGeom prst="ellipse">
            <a:avLst/>
          </a:prstGeom>
          <a:solidFill>
            <a:srgbClr val="1ECC8B"/>
          </a:solidFill>
          <a:ln/>
        </p:spPr>
      </p:sp>
      <p:sp>
        <p:nvSpPr>
          <p:cNvPr id="18" name="Text 16"/>
          <p:cNvSpPr/>
          <p:nvPr/>
        </p:nvSpPr>
        <p:spPr>
          <a:xfrm>
            <a:off x="8750808" y="29900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Symbols icon set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49640" y="3483864"/>
            <a:ext cx="82296" cy="82296"/>
          </a:xfrm>
          <a:prstGeom prst="ellipse">
            <a:avLst/>
          </a:prstGeom>
          <a:solidFill>
            <a:srgbClr val="1ECC8B"/>
          </a:solidFill>
          <a:ln/>
        </p:spPr>
      </p:sp>
      <p:sp>
        <p:nvSpPr>
          <p:cNvPr id="20" name="Text 18"/>
          <p:cNvSpPr/>
          <p:nvPr/>
        </p:nvSpPr>
        <p:spPr>
          <a:xfrm>
            <a:off x="8750808" y="33558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MD3-style color tokens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49640" y="3849624"/>
            <a:ext cx="82296" cy="82296"/>
          </a:xfrm>
          <a:prstGeom prst="ellipse">
            <a:avLst/>
          </a:prstGeom>
          <a:solidFill>
            <a:srgbClr val="1ECC8B"/>
          </a:solidFill>
          <a:ln/>
        </p:spPr>
      </p:sp>
      <p:sp>
        <p:nvSpPr>
          <p:cNvPr id="22" name="Text 20"/>
          <p:cNvSpPr/>
          <p:nvPr/>
        </p:nvSpPr>
        <p:spPr>
          <a:xfrm>
            <a:off x="8750808" y="3721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card + radius system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49640" y="4215384"/>
            <a:ext cx="82296" cy="82296"/>
          </a:xfrm>
          <a:prstGeom prst="ellipse">
            <a:avLst/>
          </a:prstGeom>
          <a:solidFill>
            <a:srgbClr val="1ECC8B"/>
          </a:solidFill>
          <a:ln/>
        </p:spPr>
      </p:sp>
      <p:sp>
        <p:nvSpPr>
          <p:cNvPr id="24" name="Text 22"/>
          <p:cNvSpPr/>
          <p:nvPr/>
        </p:nvSpPr>
        <p:spPr>
          <a:xfrm>
            <a:off x="8750808" y="40873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nav shell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26" name="Image 0" descr="icons/scho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04488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234440" y="3767328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Auth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234440" y="4032504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screens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53712" y="3794760"/>
            <a:ext cx="457200" cy="45720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30" name="Image 1" descr="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904488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148072" y="3767328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Tracking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148072" y="4032504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screens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40080" y="4453128"/>
            <a:ext cx="457200" cy="45720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34" name="Image 2" descr="icons/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562856"/>
            <a:ext cx="237744" cy="23774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234440" y="4425696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Routes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1234440" y="4690872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screens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553712" y="4453128"/>
            <a:ext cx="457200" cy="45720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38" name="Image 3" descr="icons/vide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562856"/>
            <a:ext cx="237744" cy="23774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148072" y="4425696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/ FitClips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5148072" y="4690872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screens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640080" y="5111496"/>
            <a:ext cx="457200" cy="45720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42" name="Image 4" descr="icons/group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221224"/>
            <a:ext cx="237744" cy="23774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234440" y="5084064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Clubs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1234440" y="5349240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screens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4553712" y="5111496"/>
            <a:ext cx="457200" cy="45720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46" name="Image 5" descr="icons/setting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5221224"/>
            <a:ext cx="237744" cy="23774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148072" y="5084064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Support</a:t>
            </a:r>
            <a:endParaRPr lang="en-US" sz="1250" dirty="0"/>
          </a:p>
        </p:txBody>
      </p:sp>
      <p:sp>
        <p:nvSpPr>
          <p:cNvPr id="48" name="Text 40"/>
          <p:cNvSpPr/>
          <p:nvPr/>
        </p:nvSpPr>
        <p:spPr>
          <a:xfrm>
            <a:off x="5148072" y="5349240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19 Screens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flow — from first sign-up to daily use.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84832"/>
            <a:ext cx="502920" cy="50292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6" name="Image 0" descr="icons/schoo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205533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8483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&amp; Auth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2697480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Verification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Verification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Selection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35424" y="182880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64024" y="2084832"/>
            <a:ext cx="502920" cy="50292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11" name="Image 1" descr="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725" y="2205533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4104" y="208483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&amp; Tracking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91456" y="2697480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(steps, next class)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Statistics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430768" y="182880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59368" y="2084832"/>
            <a:ext cx="502920" cy="50292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16" name="Image 2" descr="icons/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069" y="2205533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99448" y="208483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&amp; Routes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86800" y="2697480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FitTrip Route Explorer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&amp; QR Quests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38912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645152"/>
            <a:ext cx="502920" cy="50292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21" name="Image 3" descr="icons/vide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765853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64515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/ FitClips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96112" y="5257800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FitClips Feed v1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FitClips Video Reels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35424" y="438912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64024" y="4645152"/>
            <a:ext cx="502920" cy="50292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26" name="Image 4" descr="icons/group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4725" y="4765853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04104" y="464515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&amp; Clubs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791456" y="5257800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(Clubs/Routes/Students)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Elite Dashboard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430768" y="4389120"/>
            <a:ext cx="3639312" cy="2331720"/>
          </a:xfrm>
          <a:prstGeom prst="roundRect">
            <a:avLst>
              <a:gd name="adj" fmla="val 3922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659368" y="4645152"/>
            <a:ext cx="502920" cy="50292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31" name="Image 5" descr="icons/setting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0069" y="4765853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99448" y="4645152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&amp; Support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686800" y="5257800"/>
            <a:ext cx="313639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Center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Problem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Received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B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TypeScript throughout, with Supabase as the backend layer.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24292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6" name="Image 0" descr="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23719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21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Native + Expo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983480" y="22402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ECC8B"/>
          </a:solidFill>
          <a:ln/>
        </p:spPr>
      </p:sp>
      <p:sp>
        <p:nvSpPr>
          <p:cNvPr id="9" name="Text 6"/>
          <p:cNvSpPr/>
          <p:nvPr/>
        </p:nvSpPr>
        <p:spPr>
          <a:xfrm>
            <a:off x="4983480" y="2240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14400" y="29260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app, built and tested across the full screen set.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19659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242926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2240280"/>
            <a:ext cx="548640" cy="54864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13" name="Image 1" descr="icons/secur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074" y="237195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221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0698480" y="22402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ECC8B"/>
          </a:solidFill>
          <a:ln/>
        </p:spPr>
      </p:sp>
      <p:sp>
        <p:nvSpPr>
          <p:cNvPr id="16" name="Text 12"/>
          <p:cNvSpPr/>
          <p:nvPr/>
        </p:nvSpPr>
        <p:spPr>
          <a:xfrm>
            <a:off x="10698480" y="2240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629400" y="292608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components and navigation across every screen and flow.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4348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242926"/>
          </a:solidFill>
          <a:ln/>
        </p:spPr>
      </p:sp>
      <p:sp>
        <p:nvSpPr>
          <p:cNvPr id="19" name="Shape 15"/>
          <p:cNvSpPr/>
          <p:nvPr/>
        </p:nvSpPr>
        <p:spPr>
          <a:xfrm>
            <a:off x="914400" y="4709160"/>
            <a:ext cx="548640" cy="54864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20" name="Image 2" descr="icons/stor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484083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6908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(Postgres + Auth)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983480" y="4709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C9860A"/>
          </a:solidFill>
          <a:ln/>
        </p:spPr>
      </p:sp>
      <p:sp>
        <p:nvSpPr>
          <p:cNvPr id="23" name="Text 18"/>
          <p:cNvSpPr/>
          <p:nvPr/>
        </p:nvSpPr>
        <p:spPr>
          <a:xfrm>
            <a:off x="4983480" y="47091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914400" y="53949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backend: auth, database, storage, and realtime for live maps and leaderboards.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355080" y="44348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242926"/>
          </a:solidFill>
          <a:ln/>
        </p:spPr>
      </p:sp>
      <p:sp>
        <p:nvSpPr>
          <p:cNvPr id="26" name="Shape 21"/>
          <p:cNvSpPr/>
          <p:nvPr/>
        </p:nvSpPr>
        <p:spPr>
          <a:xfrm>
            <a:off x="6629400" y="4709160"/>
            <a:ext cx="548640" cy="548640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27" name="Image 3" descr="icons/ap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074" y="4840834"/>
            <a:ext cx="285293" cy="28529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60920" y="46908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/ Realtime APIs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10698480" y="47091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C9860A"/>
          </a:solidFill>
          <a:ln/>
        </p:spPr>
      </p:sp>
      <p:sp>
        <p:nvSpPr>
          <p:cNvPr id="30" name="Text 24"/>
          <p:cNvSpPr/>
          <p:nvPr/>
        </p:nvSpPr>
        <p:spPr>
          <a:xfrm>
            <a:off x="10698480" y="47091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8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629400" y="539496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screens to live data — QR check-ins, club stats, FitClips feed.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Next: Backend Integration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already exists — the next phase wires each one to real data via Supabase.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30552"/>
            <a:ext cx="530352" cy="530352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6" name="Image 0" descr="icons/secur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396" y="2257836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488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Verification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74320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 / ID verification, OTP, and session handling for Sign In, Create Account, and Verification screens.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8745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65392" y="2130552"/>
            <a:ext cx="530352" cy="530352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11" name="Image 1" descr="icons/stor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676" y="2257836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488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Models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65392" y="274320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routes, checkpoints, clubs, and activity logs — the tables that power Dashboard and Activity Statistics.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96112" y="4279392"/>
            <a:ext cx="530352" cy="530352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16" name="Image 2" descr="icons/q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96" y="4406676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976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Checkpoint Logic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96112" y="489204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validation of scans for the Live Map quest flow, tied to FitTrip routes and progress tracking.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40233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7FAF6"/>
          </a:solidFill>
          <a:ln w="12700">
            <a:solidFill>
              <a:srgbClr val="E6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65392" y="4279392"/>
            <a:ext cx="530352" cy="530352"/>
          </a:xfrm>
          <a:prstGeom prst="ellipse">
            <a:avLst/>
          </a:prstGeom>
          <a:solidFill>
            <a:srgbClr val="006C47"/>
          </a:solidFill>
          <a:ln/>
        </p:spPr>
      </p:sp>
      <p:pic>
        <p:nvPicPr>
          <p:cNvPr id="21" name="Image 3" descr="icons/video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676" y="4406676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2976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Realtime Feeds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65392" y="4892040"/>
            <a:ext cx="48371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leaderboards, club rankings, and the FitClips feed, using Supabase realtime subscriptions.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3383280"/>
            <a:ext cx="10332720" cy="0"/>
          </a:xfrm>
          <a:prstGeom prst="line">
            <a:avLst/>
          </a:prstGeom>
          <a:noFill/>
          <a:ln w="38100">
            <a:solidFill>
              <a:srgbClr val="E6E9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383280"/>
            <a:ext cx="4133088" cy="0"/>
          </a:xfrm>
          <a:prstGeom prst="line">
            <a:avLst/>
          </a:prstGeom>
          <a:noFill/>
          <a:ln w="38100">
            <a:solidFill>
              <a:srgbClr val="1ECC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236976"/>
            <a:ext cx="292608" cy="292608"/>
          </a:xfrm>
          <a:prstGeom prst="ellipse">
            <a:avLst/>
          </a:prstGeom>
          <a:solidFill>
            <a:srgbClr val="006C47"/>
          </a:solidFill>
          <a:ln w="25400">
            <a:solidFill>
              <a:srgbClr val="006C47"/>
            </a:solidFill>
            <a:prstDash val="solid"/>
          </a:ln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91840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-91440" y="2560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screen audit, design system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14400" y="2834640"/>
            <a:ext cx="0" cy="548640"/>
          </a:xfrm>
          <a:prstGeom prst="line">
            <a:avLst/>
          </a:prstGeom>
          <a:noFill/>
          <a:ln w="12700">
            <a:solidFill>
              <a:srgbClr val="E6E9E5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2834640" y="3236976"/>
            <a:ext cx="292608" cy="292608"/>
          </a:xfrm>
          <a:prstGeom prst="ellipse">
            <a:avLst/>
          </a:prstGeom>
          <a:solidFill>
            <a:srgbClr val="006C47"/>
          </a:solidFill>
          <a:ln w="25400">
            <a:solidFill>
              <a:srgbClr val="006C47"/>
            </a:solidFill>
            <a:prstDash val="solid"/>
          </a:ln>
        </p:spPr>
      </p:sp>
      <p:pic>
        <p:nvPicPr>
          <p:cNvPr id="11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504" y="329184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57984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975104" y="4297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screens built in React Native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980944" y="3383280"/>
            <a:ext cx="0" cy="502920"/>
          </a:xfrm>
          <a:prstGeom prst="line">
            <a:avLst/>
          </a:prstGeom>
          <a:noFill/>
          <a:ln w="12700">
            <a:solidFill>
              <a:srgbClr val="E6E9E5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4901184" y="3236976"/>
            <a:ext cx="292608" cy="292608"/>
          </a:xfrm>
          <a:prstGeom prst="ellipse">
            <a:avLst/>
          </a:prstGeom>
          <a:solidFill>
            <a:srgbClr val="1ECC8B"/>
          </a:solidFill>
          <a:ln w="25400">
            <a:solidFill>
              <a:srgbClr val="1ECC8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24528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041648" y="2560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auth, data, realtime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47488" y="2834640"/>
            <a:ext cx="0" cy="548640"/>
          </a:xfrm>
          <a:prstGeom prst="line">
            <a:avLst/>
          </a:prstGeom>
          <a:noFill/>
          <a:ln w="12700">
            <a:solidFill>
              <a:srgbClr val="E6E9E5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6967728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6E9E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91072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108192" y="4297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screens to live data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114032" y="3383280"/>
            <a:ext cx="0" cy="502920"/>
          </a:xfrm>
          <a:prstGeom prst="line">
            <a:avLst/>
          </a:prstGeom>
          <a:noFill/>
          <a:ln w="12700">
            <a:solidFill>
              <a:srgbClr val="E6E9E5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9034272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6E9E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357616" y="2148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8174736" y="2560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across devices &amp; flows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9180576" y="2834640"/>
            <a:ext cx="0" cy="548640"/>
          </a:xfrm>
          <a:prstGeom prst="line">
            <a:avLst/>
          </a:prstGeom>
          <a:noFill/>
          <a:ln w="12700">
            <a:solidFill>
              <a:srgbClr val="E6E9E5"/>
            </a:solidFill>
            <a:prstDash val="dash"/>
          </a:ln>
        </p:spPr>
      </p:sp>
      <p:sp>
        <p:nvSpPr>
          <p:cNvPr id="27" name="Shape 23"/>
          <p:cNvSpPr/>
          <p:nvPr/>
        </p:nvSpPr>
        <p:spPr>
          <a:xfrm>
            <a:off x="11100816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6E9E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42416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0241280" y="4297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polish &amp; demo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11247120" y="3383280"/>
            <a:ext cx="0" cy="502920"/>
          </a:xfrm>
          <a:prstGeom prst="line">
            <a:avLst/>
          </a:prstGeom>
          <a:noFill/>
          <a:ln w="12700">
            <a:solidFill>
              <a:srgbClr val="E6E9E5"/>
            </a:solidFill>
            <a:prstDash val="dash"/>
          </a:ln>
        </p:spPr>
      </p:sp>
      <p:sp>
        <p:nvSpPr>
          <p:cNvPr id="31" name="Text 27"/>
          <p:cNvSpPr/>
          <p:nvPr/>
        </p:nvSpPr>
        <p:spPr>
          <a:xfrm>
            <a:off x="4361688" y="36758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6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0381F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029200" cy="5029200"/>
          </a:xfrm>
          <a:prstGeom prst="ellipse">
            <a:avLst/>
          </a:prstGeom>
          <a:solidFill>
            <a:srgbClr val="00381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777240" cy="777240"/>
          </a:xfrm>
          <a:prstGeom prst="ellipse">
            <a:avLst/>
          </a:prstGeom>
          <a:solidFill>
            <a:srgbClr val="1ECC8B"/>
          </a:solidFill>
          <a:ln/>
        </p:spPr>
      </p:sp>
      <p:pic>
        <p:nvPicPr>
          <p:cNvPr id="5" name="Image 0" descr="icons/rocket_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0153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8346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done. Backend next.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68680" y="3703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CampusFit is ready to move from static screens to a fully connected app — Supabase integration starts now.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CC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CampusFit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2026-08-12T01:42:35Z</dcterms:created>
  <dcterms:modified xsi:type="dcterms:W3CDTF">2026-08-12T01:42:35Z</dcterms:modified>
</cp:coreProperties>
</file>